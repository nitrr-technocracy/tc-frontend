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AEDB"/>
    <a:srgbClr val="A9DEF0"/>
    <a:srgbClr val="DD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DC2E5-B918-A269-A40F-AF11438FC9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BF5F4E-C5E1-B4A5-808B-C2A41B545E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78D06-B6D8-48BC-B096-EF3FA6169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3A783-AC37-6B6B-5A4A-5D46491F4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9B5EB-69D6-2958-D553-9D3F539EE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6755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A5B66-11E7-D86E-4F00-F0B87214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264F1-7E15-105F-9C3D-3290BBBF8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D8513-6E0B-9F1B-669B-42152B34B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9B209-6CFC-C4AB-6DDA-DDDE594E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B558F-5C0B-B960-E31B-D0B83FCCA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8962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F39C-7790-4EFE-0620-C425A0848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A3A57-2F56-09CF-DC10-E515999C8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BAEF5-6DDC-4643-2E83-8B9ADD13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AD989-E124-BD4E-08B9-271F6158C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56E14-A98A-68C2-C922-3BC1E63D8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656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1AF9F-CFD9-AF7E-DA0F-79610DB1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280C0-5782-13DE-45B2-3CE154AB55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BA3E5-4AF7-1C7B-8337-8F5984D14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F244E-808C-66BC-0C99-91B928B88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95BDB-4E70-E9B6-C452-CC3179FD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460D2-14BF-21B0-E3DC-510FA3AA2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3677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EE0CD-7AAE-9366-1A70-C0B81973B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39A78A-A8BA-5A15-ED69-47BA7BAF0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B9987-CA02-5D93-1D1F-02E82F259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6A3060-F86D-D3D6-35FD-FE34707A99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3DE29-CB3D-4975-F247-3C103C1C0F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C6E96-3558-1F64-75BE-0B36F0CD1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4ECA8C-EB5C-8AA6-D8DC-46EC74CE8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376F6D-73A8-6CD3-7F2A-265483233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452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80EF8-3565-5F13-9C64-2BF9215D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F83314-9A9A-A634-5903-C85F5719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FBB177-2BB0-E615-0A54-E94FFFF50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024006-9747-7CA3-701E-9A3E1C4A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7768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55B123-483A-58EE-A0EA-750CAF800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570EA5-CCBF-7BF5-C681-D17F4FE51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E4A02-E472-4AA7-A7A9-909973E3E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1321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E57B0-F0EB-6067-4E7C-CF2A1619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9026D-6E0F-B88C-613D-A4F0085FE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B6488C-FE8A-1A8C-1F9D-1F1A105015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D9944-5734-1F58-E264-67138744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AF83FA-5B42-B3AC-B7A8-12D348DE6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67B70-D2C3-8E6C-A39F-E45018DE6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1628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74879-C946-9AD1-FD76-CBB1CC2B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BE096F-42EC-D873-CD74-EEA17D7AE1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3C520-0247-58E1-3DC5-CE703B76E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D2F2A-81C8-90A8-81F8-BA148C941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B16D62-7F22-28A9-ED4E-4846BBA5E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229E7-8323-B279-E2F9-DF3FD9DA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6195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11B0D-15E9-ECDC-C67C-F266422B2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2AAADC-4057-559B-9B53-3B60DA960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04778-899F-D73A-A843-32F5ADD27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F9B30-849A-9D8D-E950-CA0F1348D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38D0C-7742-1DDE-C058-21C813AFD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9659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ECF767-CD20-18C1-AC32-A29B8BAEC7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7F5DC5-41A4-7CF6-DF3D-4C504A318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20AEB-F1A0-24B5-C3CD-FBDEDBB1B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F236A-2CD8-0DCA-4B24-C380E878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DA22C-8D37-DFEB-6060-97FD56F46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8320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BC64FE-C14D-4372-2C76-4B43CFCC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59728-2ED7-B082-86BB-F3B531B31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37B93-12EC-60B2-8016-5729728B44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9D28B-2808-42B4-8FB3-8F535F21FF4D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33AD4-5200-6A4D-EC56-0D1A54ACDD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D20E6-0C34-E323-8427-38EC88AA7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C0FD0B-6038-4577-A728-9D9BD71E8A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2507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EEC232-C2A9-955F-A7EE-DE9DF81D2D60}"/>
              </a:ext>
            </a:extLst>
          </p:cNvPr>
          <p:cNvSpPr txBox="1"/>
          <p:nvPr/>
        </p:nvSpPr>
        <p:spPr>
          <a:xfrm>
            <a:off x="647833" y="1753904"/>
            <a:ext cx="11042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3200" spc="600" dirty="0">
                <a:solidFill>
                  <a:srgbClr val="0070C0"/>
                </a:solidFill>
                <a:latin typeface="Tw Cen MT" panose="020B0602020104020603" pitchFamily="34" charset="0"/>
              </a:rPr>
              <a:t>VIGYAAN IDEA SUBMISSION ROUND</a:t>
            </a:r>
            <a:endParaRPr lang="en-IN" sz="3200" spc="600" dirty="0">
              <a:solidFill>
                <a:srgbClr val="0070C0"/>
              </a:solidFill>
              <a:latin typeface="Tw Cen MT" panose="020B06020201040206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7A218E-6D72-0DA7-3AE8-8C26B2815712}"/>
              </a:ext>
            </a:extLst>
          </p:cNvPr>
          <p:cNvSpPr txBox="1"/>
          <p:nvPr/>
        </p:nvSpPr>
        <p:spPr>
          <a:xfrm>
            <a:off x="647833" y="2512294"/>
            <a:ext cx="2486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spc="600" dirty="0">
                <a:solidFill>
                  <a:srgbClr val="0070C0"/>
                </a:solidFill>
                <a:latin typeface="Tw Cen MT" panose="020B0602020104020603" pitchFamily="34" charset="0"/>
              </a:rPr>
              <a:t>TEAM_NAME</a:t>
            </a:r>
            <a:endParaRPr lang="en-IN" sz="2400" spc="600" dirty="0">
              <a:solidFill>
                <a:srgbClr val="0070C0"/>
              </a:solidFill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0BBD7A-8A1C-77F4-E048-564B36076178}"/>
              </a:ext>
            </a:extLst>
          </p:cNvPr>
          <p:cNvSpPr txBox="1"/>
          <p:nvPr/>
        </p:nvSpPr>
        <p:spPr>
          <a:xfrm>
            <a:off x="647833" y="3757175"/>
            <a:ext cx="5850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Tw Cen MT" panose="020B0602020104020603" pitchFamily="34" charset="0"/>
              </a:rPr>
              <a:t>Problem Statement Code - &lt; Problem Statement Title 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CF548A-F10D-E86A-B35F-A566E5F23AD9}"/>
              </a:ext>
            </a:extLst>
          </p:cNvPr>
          <p:cNvSpPr txBox="1"/>
          <p:nvPr/>
        </p:nvSpPr>
        <p:spPr>
          <a:xfrm>
            <a:off x="647833" y="4600020"/>
            <a:ext cx="3843103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000" u="sng" dirty="0">
                <a:solidFill>
                  <a:srgbClr val="0070C0"/>
                </a:solidFill>
                <a:latin typeface="Tw Cen MT" panose="020B0602020104020603" pitchFamily="34" charset="0"/>
              </a:rPr>
              <a:t>Team Members Name </a:t>
            </a:r>
            <a:r>
              <a:rPr lang="en-US" sz="2000" dirty="0">
                <a:solidFill>
                  <a:srgbClr val="0070C0"/>
                </a:solidFill>
                <a:latin typeface="Tw Cen MT" panose="020B0602020104020603" pitchFamily="34" charset="0"/>
              </a:rPr>
              <a:t>–</a:t>
            </a:r>
          </a:p>
          <a:p>
            <a:pPr lvl="1"/>
            <a:r>
              <a:rPr lang="en-US" dirty="0">
                <a:solidFill>
                  <a:srgbClr val="0070C0"/>
                </a:solidFill>
                <a:latin typeface="Tw Cen MT" panose="020B0602020104020603" pitchFamily="34" charset="0"/>
              </a:rPr>
              <a:t>Team Member 1 (Team Leader)</a:t>
            </a:r>
          </a:p>
          <a:p>
            <a:pPr lvl="1"/>
            <a:r>
              <a:rPr lang="en-US" dirty="0">
                <a:solidFill>
                  <a:srgbClr val="0070C0"/>
                </a:solidFill>
                <a:latin typeface="Tw Cen MT" panose="020B0602020104020603" pitchFamily="34" charset="0"/>
              </a:rPr>
              <a:t>Team Member 2</a:t>
            </a:r>
          </a:p>
          <a:p>
            <a:pPr lvl="1"/>
            <a:r>
              <a:rPr lang="en-US" dirty="0">
                <a:solidFill>
                  <a:srgbClr val="0070C0"/>
                </a:solidFill>
                <a:latin typeface="Tw Cen MT" panose="020B0602020104020603" pitchFamily="34" charset="0"/>
              </a:rPr>
              <a:t>Team Member 3 (If Team Size Is 3)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1776B-C745-268B-CF17-DA99D4617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34" y="719097"/>
            <a:ext cx="2743200" cy="6038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822B8A-52FD-9BD8-637B-DFD7B3AA7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320" y="284887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6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77276-9416-9DB5-519B-317B9C96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4C502B9-CA4D-309F-3491-308097C3F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6880"/>
            <a:ext cx="10515600" cy="57400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70C0"/>
                </a:solidFill>
              </a:rPr>
              <a:t>This is the template to be followed for the presentation.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70C0"/>
                </a:solidFill>
              </a:rPr>
              <a:t>The presentation should preferably cover the following points –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solidFill>
                  <a:srgbClr val="0070C0"/>
                </a:solidFill>
              </a:rPr>
              <a:t>Problem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solidFill>
                  <a:srgbClr val="0070C0"/>
                </a:solidFill>
              </a:rPr>
              <a:t>Existing Solution and its limitations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solidFill>
                  <a:srgbClr val="0070C0"/>
                </a:solidFill>
              </a:rPr>
              <a:t>Idea and Implementation details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solidFill>
                  <a:srgbClr val="0070C0"/>
                </a:solidFill>
              </a:rPr>
              <a:t>Complexity, Feasibility and Future Scope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solidFill>
                  <a:srgbClr val="0070C0"/>
                </a:solidFill>
              </a:rPr>
              <a:t>High level diagram supporting your idea</a:t>
            </a:r>
          </a:p>
          <a:p>
            <a:pPr marL="457200" lvl="1" indent="0">
              <a:buNone/>
            </a:pPr>
            <a:endParaRPr lang="en-US" sz="20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0070C0"/>
                </a:solidFill>
              </a:rPr>
              <a:t>You have to cover these points in the given 3 pages(excluding the Intro page).</a:t>
            </a:r>
          </a:p>
        </p:txBody>
      </p:sp>
    </p:spTree>
    <p:extLst>
      <p:ext uri="{BB962C8B-B14F-4D97-AF65-F5344CB8AC3E}">
        <p14:creationId xmlns:p14="http://schemas.microsoft.com/office/powerpoint/2010/main" val="3895787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3677C-54D8-3502-9F81-6E752E6D5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818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DB3A0-90F9-5768-CA6A-081FE027C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0611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99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Danish</dc:creator>
  <cp:lastModifiedBy>Danish</cp:lastModifiedBy>
  <cp:revision>15</cp:revision>
  <dcterms:created xsi:type="dcterms:W3CDTF">2025-12-18T18:20:10Z</dcterms:created>
  <dcterms:modified xsi:type="dcterms:W3CDTF">2025-12-18T19:08:09Z</dcterms:modified>
</cp:coreProperties>
</file>