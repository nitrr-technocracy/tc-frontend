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26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33326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664854" y="52"/>
            <a:ext cx="5864225" cy="5872480"/>
          </a:xfrm>
          <a:custGeom>
            <a:avLst/>
            <a:gdLst/>
            <a:ahLst/>
            <a:cxnLst/>
            <a:rect l="l" t="t" r="r" b="b"/>
            <a:pathLst>
              <a:path w="5864225" h="5872480">
                <a:moveTo>
                  <a:pt x="3143249" y="5872096"/>
                </a:moveTo>
                <a:lnTo>
                  <a:pt x="0" y="0"/>
                </a:lnTo>
                <a:lnTo>
                  <a:pt x="3500499" y="0"/>
                </a:lnTo>
                <a:lnTo>
                  <a:pt x="5864095" y="4415533"/>
                </a:lnTo>
                <a:lnTo>
                  <a:pt x="3143249" y="5872096"/>
                </a:lnTo>
                <a:close/>
              </a:path>
            </a:pathLst>
          </a:custGeom>
          <a:solidFill>
            <a:srgbClr val="2521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826779" y="52"/>
            <a:ext cx="6461760" cy="10287000"/>
          </a:xfrm>
          <a:custGeom>
            <a:avLst/>
            <a:gdLst/>
            <a:ahLst/>
            <a:cxnLst/>
            <a:rect l="l" t="t" r="r" b="b"/>
            <a:pathLst>
              <a:path w="6461759" h="10287000">
                <a:moveTo>
                  <a:pt x="4700902" y="10286995"/>
                </a:moveTo>
                <a:lnTo>
                  <a:pt x="0" y="10286995"/>
                </a:lnTo>
                <a:lnTo>
                  <a:pt x="3003675" y="4228209"/>
                </a:lnTo>
                <a:lnTo>
                  <a:pt x="5118606" y="0"/>
                </a:lnTo>
                <a:lnTo>
                  <a:pt x="6461249" y="0"/>
                </a:lnTo>
                <a:lnTo>
                  <a:pt x="6461249" y="6712455"/>
                </a:lnTo>
                <a:lnTo>
                  <a:pt x="4700902" y="10286995"/>
                </a:lnTo>
                <a:close/>
              </a:path>
            </a:pathLst>
          </a:custGeom>
          <a:solidFill>
            <a:srgbClr val="48C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2731273" y="0"/>
            <a:ext cx="5556885" cy="8951595"/>
          </a:xfrm>
          <a:custGeom>
            <a:avLst/>
            <a:gdLst/>
            <a:ahLst/>
            <a:cxnLst/>
            <a:rect l="l" t="t" r="r" b="b"/>
            <a:pathLst>
              <a:path w="5556884" h="8951595">
                <a:moveTo>
                  <a:pt x="5556727" y="8951008"/>
                </a:moveTo>
                <a:lnTo>
                  <a:pt x="4442966" y="8951008"/>
                </a:lnTo>
                <a:lnTo>
                  <a:pt x="0" y="0"/>
                </a:lnTo>
                <a:lnTo>
                  <a:pt x="4671820" y="0"/>
                </a:lnTo>
                <a:lnTo>
                  <a:pt x="5556777" y="1769289"/>
                </a:lnTo>
                <a:lnTo>
                  <a:pt x="5556727" y="8951008"/>
                </a:lnTo>
                <a:close/>
              </a:path>
            </a:pathLst>
          </a:custGeom>
          <a:solidFill>
            <a:srgbClr val="185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6524888" y="8951008"/>
            <a:ext cx="1763395" cy="1336040"/>
          </a:xfrm>
          <a:custGeom>
            <a:avLst/>
            <a:gdLst/>
            <a:ahLst/>
            <a:cxnLst/>
            <a:rect l="l" t="t" r="r" b="b"/>
            <a:pathLst>
              <a:path w="1763394" h="1336040">
                <a:moveTo>
                  <a:pt x="1763174" y="1336039"/>
                </a:moveTo>
                <a:lnTo>
                  <a:pt x="0" y="1335991"/>
                </a:lnTo>
                <a:lnTo>
                  <a:pt x="649350" y="0"/>
                </a:lnTo>
                <a:lnTo>
                  <a:pt x="1763166" y="0"/>
                </a:lnTo>
                <a:lnTo>
                  <a:pt x="1763174" y="1336039"/>
                </a:lnTo>
                <a:close/>
              </a:path>
            </a:pathLst>
          </a:custGeom>
          <a:solidFill>
            <a:srgbClr val="25216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73349" y="225294"/>
            <a:ext cx="1876424" cy="21050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08933"/>
            <a:ext cx="5676899" cy="124777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0130" y="452437"/>
            <a:ext cx="2285999" cy="1247774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311686" y="6485782"/>
            <a:ext cx="3869690" cy="66675"/>
          </a:xfrm>
          <a:custGeom>
            <a:avLst/>
            <a:gdLst/>
            <a:ahLst/>
            <a:cxnLst/>
            <a:rect l="l" t="t" r="r" b="b"/>
            <a:pathLst>
              <a:path w="3869690" h="66675">
                <a:moveTo>
                  <a:pt x="3869494" y="66675"/>
                </a:moveTo>
                <a:lnTo>
                  <a:pt x="0" y="66675"/>
                </a:lnTo>
                <a:lnTo>
                  <a:pt x="0" y="0"/>
                </a:lnTo>
                <a:lnTo>
                  <a:pt x="3869494" y="0"/>
                </a:lnTo>
                <a:lnTo>
                  <a:pt x="3869494" y="66675"/>
                </a:lnTo>
                <a:close/>
              </a:path>
            </a:pathLst>
          </a:custGeom>
          <a:solidFill>
            <a:srgbClr val="333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26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33326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26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26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8287999" cy="6857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09354" y="7512615"/>
            <a:ext cx="5078645" cy="27743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8986" y="2989084"/>
            <a:ext cx="6569075" cy="955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26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8986" y="4065409"/>
            <a:ext cx="10187305" cy="2431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33326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8986" y="6971345"/>
            <a:ext cx="7673340" cy="240665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u="heavy" sz="3250" spc="125">
                <a:solidFill>
                  <a:srgbClr val="33326A"/>
                </a:solidFill>
                <a:uFill>
                  <a:solidFill>
                    <a:srgbClr val="33326A"/>
                  </a:solidFill>
                </a:uFill>
                <a:latin typeface="Verdana"/>
                <a:cs typeface="Verdana"/>
              </a:rPr>
              <a:t>TEAM</a:t>
            </a:r>
            <a:r>
              <a:rPr dirty="0" u="heavy" sz="3250" spc="-254">
                <a:solidFill>
                  <a:srgbClr val="33326A"/>
                </a:solidFill>
                <a:uFill>
                  <a:solidFill>
                    <a:srgbClr val="33326A"/>
                  </a:solidFill>
                </a:uFill>
                <a:latin typeface="Verdana"/>
                <a:cs typeface="Verdana"/>
              </a:rPr>
              <a:t> </a:t>
            </a:r>
            <a:r>
              <a:rPr dirty="0" u="heavy" sz="3250" spc="150">
                <a:solidFill>
                  <a:srgbClr val="33326A"/>
                </a:solidFill>
                <a:uFill>
                  <a:solidFill>
                    <a:srgbClr val="33326A"/>
                  </a:solidFill>
                </a:uFill>
                <a:latin typeface="Verdana"/>
                <a:cs typeface="Verdana"/>
              </a:rPr>
              <a:t>MEMBERS</a:t>
            </a:r>
            <a:r>
              <a:rPr dirty="0" u="heavy" sz="3250" spc="-254">
                <a:solidFill>
                  <a:srgbClr val="33326A"/>
                </a:solidFill>
                <a:uFill>
                  <a:solidFill>
                    <a:srgbClr val="33326A"/>
                  </a:solidFill>
                </a:uFill>
                <a:latin typeface="Verdana"/>
                <a:cs typeface="Verdana"/>
              </a:rPr>
              <a:t> </a:t>
            </a:r>
            <a:r>
              <a:rPr dirty="0" u="heavy" sz="3250" spc="185">
                <a:solidFill>
                  <a:srgbClr val="33326A"/>
                </a:solidFill>
                <a:uFill>
                  <a:solidFill>
                    <a:srgbClr val="33326A"/>
                  </a:solidFill>
                </a:uFill>
                <a:latin typeface="Verdana"/>
                <a:cs typeface="Verdana"/>
              </a:rPr>
              <a:t>NAME</a:t>
            </a:r>
            <a:endParaRPr sz="3250">
              <a:latin typeface="Verdana"/>
              <a:cs typeface="Verdana"/>
            </a:endParaRPr>
          </a:p>
          <a:p>
            <a:pPr marL="12700" marR="624840">
              <a:lnSpc>
                <a:spcPct val="115399"/>
              </a:lnSpc>
              <a:spcBef>
                <a:spcPts val="375"/>
              </a:spcBef>
            </a:pPr>
            <a:r>
              <a:rPr dirty="0" sz="3250" spc="125">
                <a:solidFill>
                  <a:srgbClr val="33326A"/>
                </a:solidFill>
                <a:latin typeface="Verdana"/>
                <a:cs typeface="Verdana"/>
              </a:rPr>
              <a:t>TEAM</a:t>
            </a:r>
            <a:r>
              <a:rPr dirty="0" sz="3250" spc="-229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210">
                <a:solidFill>
                  <a:srgbClr val="33326A"/>
                </a:solidFill>
                <a:latin typeface="Verdana"/>
                <a:cs typeface="Verdana"/>
              </a:rPr>
              <a:t>MEMBER</a:t>
            </a:r>
            <a:r>
              <a:rPr dirty="0" sz="3250" spc="-229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-869">
                <a:solidFill>
                  <a:srgbClr val="33326A"/>
                </a:solidFill>
                <a:latin typeface="Verdana"/>
                <a:cs typeface="Verdana"/>
              </a:rPr>
              <a:t>1</a:t>
            </a:r>
            <a:r>
              <a:rPr dirty="0" sz="3250" spc="-229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>
                <a:solidFill>
                  <a:srgbClr val="33326A"/>
                </a:solidFill>
                <a:latin typeface="Verdana"/>
                <a:cs typeface="Verdana"/>
              </a:rPr>
              <a:t>(TEAM</a:t>
            </a:r>
            <a:r>
              <a:rPr dirty="0" sz="3250" spc="-229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40">
                <a:solidFill>
                  <a:srgbClr val="33326A"/>
                </a:solidFill>
                <a:latin typeface="Verdana"/>
                <a:cs typeface="Verdana"/>
              </a:rPr>
              <a:t>LEADER) </a:t>
            </a:r>
            <a:r>
              <a:rPr dirty="0" sz="3250" spc="125">
                <a:solidFill>
                  <a:srgbClr val="33326A"/>
                </a:solidFill>
                <a:latin typeface="Verdana"/>
                <a:cs typeface="Verdana"/>
              </a:rPr>
              <a:t>TEAM</a:t>
            </a:r>
            <a:r>
              <a:rPr dirty="0" sz="3250" spc="-260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210">
                <a:solidFill>
                  <a:srgbClr val="33326A"/>
                </a:solidFill>
                <a:latin typeface="Verdana"/>
                <a:cs typeface="Verdana"/>
              </a:rPr>
              <a:t>MEMBER</a:t>
            </a:r>
            <a:r>
              <a:rPr dirty="0" sz="3250" spc="-254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-50">
                <a:solidFill>
                  <a:srgbClr val="33326A"/>
                </a:solidFill>
                <a:latin typeface="Verdana"/>
                <a:cs typeface="Verdana"/>
              </a:rPr>
              <a:t>2</a:t>
            </a:r>
            <a:endParaRPr sz="3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250" spc="125">
                <a:solidFill>
                  <a:srgbClr val="33326A"/>
                </a:solidFill>
                <a:latin typeface="Verdana"/>
                <a:cs typeface="Verdana"/>
              </a:rPr>
              <a:t>TEAM</a:t>
            </a:r>
            <a:r>
              <a:rPr dirty="0" sz="3250" spc="-270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210">
                <a:solidFill>
                  <a:srgbClr val="33326A"/>
                </a:solidFill>
                <a:latin typeface="Verdana"/>
                <a:cs typeface="Verdana"/>
              </a:rPr>
              <a:t>MEMBER</a:t>
            </a:r>
            <a:r>
              <a:rPr dirty="0" sz="3250" spc="-254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-215">
                <a:solidFill>
                  <a:srgbClr val="33326A"/>
                </a:solidFill>
                <a:latin typeface="Verdana"/>
                <a:cs typeface="Verdana"/>
              </a:rPr>
              <a:t>3</a:t>
            </a:r>
            <a:r>
              <a:rPr dirty="0" sz="3250" spc="-260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-185">
                <a:solidFill>
                  <a:srgbClr val="33326A"/>
                </a:solidFill>
                <a:latin typeface="Verdana"/>
                <a:cs typeface="Verdana"/>
              </a:rPr>
              <a:t>(IF</a:t>
            </a:r>
            <a:r>
              <a:rPr dirty="0" sz="3250" spc="-254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125">
                <a:solidFill>
                  <a:srgbClr val="33326A"/>
                </a:solidFill>
                <a:latin typeface="Verdana"/>
                <a:cs typeface="Verdana"/>
              </a:rPr>
              <a:t>TEAM</a:t>
            </a:r>
            <a:r>
              <a:rPr dirty="0" sz="3250" spc="-254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-140">
                <a:solidFill>
                  <a:srgbClr val="33326A"/>
                </a:solidFill>
                <a:latin typeface="Verdana"/>
                <a:cs typeface="Verdana"/>
              </a:rPr>
              <a:t>SIZE</a:t>
            </a:r>
            <a:r>
              <a:rPr dirty="0" sz="3250" spc="-260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-280">
                <a:solidFill>
                  <a:srgbClr val="33326A"/>
                </a:solidFill>
                <a:latin typeface="Verdana"/>
                <a:cs typeface="Verdana"/>
              </a:rPr>
              <a:t>IS</a:t>
            </a:r>
            <a:r>
              <a:rPr dirty="0" sz="3250" spc="-250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3250" spc="-325">
                <a:solidFill>
                  <a:srgbClr val="33326A"/>
                </a:solidFill>
                <a:latin typeface="Verdana"/>
                <a:cs typeface="Verdana"/>
              </a:rPr>
              <a:t>3)</a:t>
            </a:r>
            <a:endParaRPr sz="32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VIGYAAN</a:t>
            </a:r>
            <a:r>
              <a:rPr dirty="0" spc="-505"/>
              <a:t> </a:t>
            </a:r>
            <a:r>
              <a:rPr dirty="0" spc="-120"/>
              <a:t>IGNITE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726344" y="407705"/>
            <a:ext cx="3181350" cy="1049020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3050" spc="-200" b="1" i="1">
                <a:solidFill>
                  <a:srgbClr val="33326A"/>
                </a:solidFill>
                <a:latin typeface="Arial"/>
                <a:cs typeface="Arial"/>
              </a:rPr>
              <a:t>AAVARTAN</a:t>
            </a:r>
            <a:r>
              <a:rPr dirty="0" sz="3050" spc="-140" b="1" i="1">
                <a:solidFill>
                  <a:srgbClr val="33326A"/>
                </a:solidFill>
                <a:latin typeface="Arial"/>
                <a:cs typeface="Arial"/>
              </a:rPr>
              <a:t> </a:t>
            </a:r>
            <a:r>
              <a:rPr dirty="0" sz="3050" spc="-55" b="1" i="1">
                <a:solidFill>
                  <a:srgbClr val="33326A"/>
                </a:solidFill>
                <a:latin typeface="Arial"/>
                <a:cs typeface="Arial"/>
              </a:rPr>
              <a:t>‘24-</a:t>
            </a:r>
            <a:r>
              <a:rPr dirty="0" sz="3050" spc="-25" b="1" i="1">
                <a:solidFill>
                  <a:srgbClr val="33326A"/>
                </a:solidFill>
                <a:latin typeface="Arial"/>
                <a:cs typeface="Arial"/>
              </a:rPr>
              <a:t>25</a:t>
            </a:r>
            <a:endParaRPr sz="3050">
              <a:latin typeface="Arial"/>
              <a:cs typeface="Arial"/>
            </a:endParaRPr>
          </a:p>
          <a:p>
            <a:pPr marL="69215">
              <a:lnSpc>
                <a:spcPct val="100000"/>
              </a:lnSpc>
              <a:spcBef>
                <a:spcPts val="815"/>
              </a:spcBef>
            </a:pPr>
            <a:r>
              <a:rPr dirty="0" sz="1950" spc="-75" b="1">
                <a:solidFill>
                  <a:srgbClr val="33326A"/>
                </a:solidFill>
                <a:latin typeface="Verdana"/>
                <a:cs typeface="Verdana"/>
              </a:rPr>
              <a:t>TECHFEST,</a:t>
            </a:r>
            <a:r>
              <a:rPr dirty="0" sz="1950" spc="-55" b="1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1950" spc="-200" b="1">
                <a:solidFill>
                  <a:srgbClr val="33326A"/>
                </a:solidFill>
                <a:latin typeface="Verdana"/>
                <a:cs typeface="Verdana"/>
              </a:rPr>
              <a:t>NIT</a:t>
            </a:r>
            <a:r>
              <a:rPr dirty="0" sz="1950" spc="-60" b="1">
                <a:solidFill>
                  <a:srgbClr val="33326A"/>
                </a:solidFill>
                <a:latin typeface="Verdana"/>
                <a:cs typeface="Verdana"/>
              </a:rPr>
              <a:t> </a:t>
            </a:r>
            <a:r>
              <a:rPr dirty="0" sz="1950" spc="-10" b="1">
                <a:solidFill>
                  <a:srgbClr val="33326A"/>
                </a:solidFill>
                <a:latin typeface="Verdana"/>
                <a:cs typeface="Verdana"/>
              </a:rPr>
              <a:t>RAIPUR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15"/>
              <a:t>IDEA</a:t>
            </a:r>
            <a:r>
              <a:rPr dirty="0" spc="-360"/>
              <a:t> </a:t>
            </a:r>
            <a:r>
              <a:rPr dirty="0" spc="-465"/>
              <a:t>SUBMISSION</a:t>
            </a:r>
            <a:r>
              <a:rPr dirty="0" spc="-360"/>
              <a:t> </a:t>
            </a:r>
            <a:r>
              <a:rPr dirty="0" spc="-85"/>
              <a:t>ROUND</a:t>
            </a:r>
          </a:p>
          <a:p>
            <a:pPr marL="12700">
              <a:lnSpc>
                <a:spcPct val="100000"/>
              </a:lnSpc>
              <a:spcBef>
                <a:spcPts val="6340"/>
              </a:spcBef>
            </a:pPr>
            <a:r>
              <a:rPr dirty="0" sz="4700" spc="180" b="0">
                <a:latin typeface="Verdana"/>
                <a:cs typeface="Verdana"/>
              </a:rPr>
              <a:t>TEAM</a:t>
            </a:r>
            <a:r>
              <a:rPr dirty="0" sz="4700" spc="-385" b="0">
                <a:latin typeface="Verdana"/>
                <a:cs typeface="Verdana"/>
              </a:rPr>
              <a:t> </a:t>
            </a:r>
            <a:r>
              <a:rPr dirty="0" sz="4700" spc="265" b="0">
                <a:latin typeface="Verdana"/>
                <a:cs typeface="Verdana"/>
              </a:rPr>
              <a:t>NAME</a:t>
            </a:r>
            <a:endParaRPr sz="4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7892" y="975401"/>
            <a:ext cx="12645390" cy="465455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3200" spc="-45">
                <a:latin typeface="Verdana"/>
                <a:cs typeface="Verdana"/>
              </a:rPr>
              <a:t>This</a:t>
            </a:r>
            <a:r>
              <a:rPr dirty="0" sz="3200" spc="-270">
                <a:latin typeface="Verdana"/>
                <a:cs typeface="Verdana"/>
              </a:rPr>
              <a:t> </a:t>
            </a:r>
            <a:r>
              <a:rPr dirty="0" sz="3200" spc="-70">
                <a:latin typeface="Verdana"/>
                <a:cs typeface="Verdana"/>
              </a:rPr>
              <a:t>is</a:t>
            </a:r>
            <a:r>
              <a:rPr dirty="0" sz="3200" spc="-265">
                <a:latin typeface="Verdana"/>
                <a:cs typeface="Verdana"/>
              </a:rPr>
              <a:t> </a:t>
            </a:r>
            <a:r>
              <a:rPr dirty="0" sz="3200" spc="50">
                <a:latin typeface="Verdana"/>
                <a:cs typeface="Verdana"/>
              </a:rPr>
              <a:t>the</a:t>
            </a:r>
            <a:r>
              <a:rPr dirty="0" sz="3200" spc="-265">
                <a:latin typeface="Verdana"/>
                <a:cs typeface="Verdana"/>
              </a:rPr>
              <a:t> </a:t>
            </a:r>
            <a:r>
              <a:rPr dirty="0" sz="3200" spc="50">
                <a:latin typeface="Verdana"/>
                <a:cs typeface="Verdana"/>
              </a:rPr>
              <a:t>template</a:t>
            </a:r>
            <a:r>
              <a:rPr dirty="0" sz="3200" spc="-270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to</a:t>
            </a:r>
            <a:r>
              <a:rPr dirty="0" sz="3200" spc="-265">
                <a:latin typeface="Verdana"/>
                <a:cs typeface="Verdana"/>
              </a:rPr>
              <a:t> </a:t>
            </a:r>
            <a:r>
              <a:rPr dirty="0" sz="3200" spc="85">
                <a:latin typeface="Verdana"/>
                <a:cs typeface="Verdana"/>
              </a:rPr>
              <a:t>be</a:t>
            </a:r>
            <a:r>
              <a:rPr dirty="0" sz="3200" spc="-265">
                <a:latin typeface="Verdana"/>
                <a:cs typeface="Verdana"/>
              </a:rPr>
              <a:t> </a:t>
            </a:r>
            <a:r>
              <a:rPr dirty="0" sz="3200" spc="45">
                <a:latin typeface="Verdana"/>
                <a:cs typeface="Verdana"/>
              </a:rPr>
              <a:t>followed</a:t>
            </a:r>
            <a:r>
              <a:rPr dirty="0" sz="3200" spc="-270">
                <a:latin typeface="Verdana"/>
                <a:cs typeface="Verdana"/>
              </a:rPr>
              <a:t> </a:t>
            </a:r>
            <a:r>
              <a:rPr dirty="0" sz="3200" spc="-35">
                <a:latin typeface="Verdana"/>
                <a:cs typeface="Verdana"/>
              </a:rPr>
              <a:t>for</a:t>
            </a:r>
            <a:r>
              <a:rPr dirty="0" sz="3200" spc="-265">
                <a:latin typeface="Verdana"/>
                <a:cs typeface="Verdana"/>
              </a:rPr>
              <a:t> </a:t>
            </a:r>
            <a:r>
              <a:rPr dirty="0" sz="3200" spc="50">
                <a:latin typeface="Verdana"/>
                <a:cs typeface="Verdana"/>
              </a:rPr>
              <a:t>the</a:t>
            </a:r>
            <a:r>
              <a:rPr dirty="0" sz="3200" spc="-265">
                <a:latin typeface="Verdana"/>
                <a:cs typeface="Verdana"/>
              </a:rPr>
              <a:t> </a:t>
            </a:r>
            <a:r>
              <a:rPr dirty="0" sz="3200" spc="-10">
                <a:latin typeface="Verdana"/>
                <a:cs typeface="Verdana"/>
              </a:rPr>
              <a:t>presentation.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3200" spc="-10">
                <a:latin typeface="Verdana"/>
                <a:cs typeface="Verdana"/>
              </a:rPr>
              <a:t>The</a:t>
            </a:r>
            <a:r>
              <a:rPr dirty="0" sz="3200" spc="-229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presentation</a:t>
            </a:r>
            <a:r>
              <a:rPr dirty="0" sz="3200" spc="-229">
                <a:latin typeface="Verdana"/>
                <a:cs typeface="Verdana"/>
              </a:rPr>
              <a:t> </a:t>
            </a:r>
            <a:r>
              <a:rPr dirty="0" sz="3200" spc="50">
                <a:latin typeface="Verdana"/>
                <a:cs typeface="Verdana"/>
              </a:rPr>
              <a:t>should</a:t>
            </a:r>
            <a:r>
              <a:rPr dirty="0" sz="3200" spc="-225">
                <a:latin typeface="Verdana"/>
                <a:cs typeface="Verdana"/>
              </a:rPr>
              <a:t> </a:t>
            </a:r>
            <a:r>
              <a:rPr dirty="0" sz="3200" spc="-20">
                <a:latin typeface="Verdana"/>
                <a:cs typeface="Verdana"/>
              </a:rPr>
              <a:t>preferably</a:t>
            </a:r>
            <a:r>
              <a:rPr dirty="0" sz="3200" spc="-229">
                <a:latin typeface="Verdana"/>
                <a:cs typeface="Verdana"/>
              </a:rPr>
              <a:t> </a:t>
            </a:r>
            <a:r>
              <a:rPr dirty="0" sz="3200" spc="-20">
                <a:latin typeface="Verdana"/>
                <a:cs typeface="Verdana"/>
              </a:rPr>
              <a:t>cover</a:t>
            </a:r>
            <a:r>
              <a:rPr dirty="0" sz="3200" spc="-229">
                <a:latin typeface="Verdana"/>
                <a:cs typeface="Verdana"/>
              </a:rPr>
              <a:t> </a:t>
            </a:r>
            <a:r>
              <a:rPr dirty="0" sz="3200" spc="50">
                <a:latin typeface="Verdana"/>
                <a:cs typeface="Verdana"/>
              </a:rPr>
              <a:t>the</a:t>
            </a:r>
            <a:r>
              <a:rPr dirty="0" sz="3200" spc="-225">
                <a:latin typeface="Verdana"/>
                <a:cs typeface="Verdana"/>
              </a:rPr>
              <a:t> </a:t>
            </a:r>
            <a:r>
              <a:rPr dirty="0" sz="3200" spc="50">
                <a:latin typeface="Verdana"/>
                <a:cs typeface="Verdana"/>
              </a:rPr>
              <a:t>following</a:t>
            </a:r>
            <a:r>
              <a:rPr dirty="0" sz="3200" spc="-229">
                <a:latin typeface="Verdana"/>
                <a:cs typeface="Verdana"/>
              </a:rPr>
              <a:t> </a:t>
            </a:r>
            <a:r>
              <a:rPr dirty="0" sz="3200" spc="-10">
                <a:latin typeface="Verdana"/>
                <a:cs typeface="Verdana"/>
              </a:rPr>
              <a:t>points: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70"/>
              </a:spcBef>
            </a:pPr>
            <a:endParaRPr sz="3200">
              <a:latin typeface="Verdana"/>
              <a:cs typeface="Verdana"/>
            </a:endParaRPr>
          </a:p>
          <a:p>
            <a:pPr marL="1088390" indent="-419100">
              <a:lnSpc>
                <a:spcPct val="100000"/>
              </a:lnSpc>
              <a:buAutoNum type="arabicPeriod"/>
              <a:tabLst>
                <a:tab pos="1088390" algn="l"/>
              </a:tabLst>
            </a:pPr>
            <a:r>
              <a:rPr dirty="0" sz="3200" spc="105">
                <a:latin typeface="Verdana"/>
                <a:cs typeface="Verdana"/>
              </a:rPr>
              <a:t>Problem</a:t>
            </a:r>
            <a:endParaRPr sz="3200">
              <a:latin typeface="Verdana"/>
              <a:cs typeface="Verdana"/>
            </a:endParaRPr>
          </a:p>
          <a:p>
            <a:pPr marL="1088390" indent="-4191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1088390" algn="l"/>
              </a:tabLst>
            </a:pPr>
            <a:r>
              <a:rPr dirty="0" sz="3200">
                <a:latin typeface="Verdana"/>
                <a:cs typeface="Verdana"/>
              </a:rPr>
              <a:t>Existing</a:t>
            </a:r>
            <a:r>
              <a:rPr dirty="0" sz="3200" spc="-200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Solution</a:t>
            </a:r>
            <a:r>
              <a:rPr dirty="0" sz="3200" spc="-200">
                <a:latin typeface="Verdana"/>
                <a:cs typeface="Verdana"/>
              </a:rPr>
              <a:t> </a:t>
            </a:r>
            <a:r>
              <a:rPr dirty="0" sz="3200" spc="80">
                <a:latin typeface="Verdana"/>
                <a:cs typeface="Verdana"/>
              </a:rPr>
              <a:t>and</a:t>
            </a:r>
            <a:r>
              <a:rPr dirty="0" sz="3200" spc="-200">
                <a:latin typeface="Verdana"/>
                <a:cs typeface="Verdana"/>
              </a:rPr>
              <a:t> </a:t>
            </a:r>
            <a:r>
              <a:rPr dirty="0" sz="3200" spc="-30">
                <a:latin typeface="Verdana"/>
                <a:cs typeface="Verdana"/>
              </a:rPr>
              <a:t>its</a:t>
            </a:r>
            <a:r>
              <a:rPr dirty="0" sz="3200" spc="-200">
                <a:latin typeface="Verdana"/>
                <a:cs typeface="Verdana"/>
              </a:rPr>
              <a:t> </a:t>
            </a:r>
            <a:r>
              <a:rPr dirty="0" sz="3200" spc="-10">
                <a:latin typeface="Verdana"/>
                <a:cs typeface="Verdana"/>
              </a:rPr>
              <a:t>limitations</a:t>
            </a:r>
            <a:endParaRPr sz="3200">
              <a:latin typeface="Verdana"/>
              <a:cs typeface="Verdana"/>
            </a:endParaRPr>
          </a:p>
          <a:p>
            <a:pPr marL="1088390" indent="-4191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1088390" algn="l"/>
              </a:tabLst>
            </a:pPr>
            <a:r>
              <a:rPr dirty="0" sz="3200" spc="-65">
                <a:latin typeface="Verdana"/>
                <a:cs typeface="Verdana"/>
              </a:rPr>
              <a:t>Idea</a:t>
            </a:r>
            <a:r>
              <a:rPr dirty="0" sz="3200" spc="-254">
                <a:latin typeface="Verdana"/>
                <a:cs typeface="Verdana"/>
              </a:rPr>
              <a:t> </a:t>
            </a:r>
            <a:r>
              <a:rPr dirty="0" sz="3200" spc="80">
                <a:latin typeface="Verdana"/>
                <a:cs typeface="Verdana"/>
              </a:rPr>
              <a:t>and</a:t>
            </a:r>
            <a:r>
              <a:rPr dirty="0" sz="3200" spc="-254">
                <a:latin typeface="Verdana"/>
                <a:cs typeface="Verdana"/>
              </a:rPr>
              <a:t> </a:t>
            </a:r>
            <a:r>
              <a:rPr dirty="0" sz="3200" spc="50">
                <a:latin typeface="Verdana"/>
                <a:cs typeface="Verdana"/>
              </a:rPr>
              <a:t>Implementation</a:t>
            </a:r>
            <a:r>
              <a:rPr dirty="0" sz="3200" spc="-254">
                <a:latin typeface="Verdana"/>
                <a:cs typeface="Verdana"/>
              </a:rPr>
              <a:t> </a:t>
            </a:r>
            <a:r>
              <a:rPr dirty="0" sz="3200" spc="-10">
                <a:latin typeface="Verdana"/>
                <a:cs typeface="Verdana"/>
              </a:rPr>
              <a:t>details</a:t>
            </a:r>
            <a:endParaRPr sz="3200">
              <a:latin typeface="Verdana"/>
              <a:cs typeface="Verdana"/>
            </a:endParaRPr>
          </a:p>
          <a:p>
            <a:pPr marL="1088390" indent="-4191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1088390" algn="l"/>
              </a:tabLst>
            </a:pPr>
            <a:r>
              <a:rPr dirty="0" sz="3200" spc="-30">
                <a:latin typeface="Verdana"/>
                <a:cs typeface="Verdana"/>
              </a:rPr>
              <a:t>Complexity,</a:t>
            </a:r>
            <a:r>
              <a:rPr dirty="0" sz="3200" spc="-229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Feasibility</a:t>
            </a:r>
            <a:r>
              <a:rPr dirty="0" sz="3200" spc="-229">
                <a:latin typeface="Verdana"/>
                <a:cs typeface="Verdana"/>
              </a:rPr>
              <a:t> </a:t>
            </a:r>
            <a:r>
              <a:rPr dirty="0" sz="3200" spc="80">
                <a:latin typeface="Verdana"/>
                <a:cs typeface="Verdana"/>
              </a:rPr>
              <a:t>and</a:t>
            </a:r>
            <a:r>
              <a:rPr dirty="0" sz="3200" spc="-229">
                <a:latin typeface="Verdana"/>
                <a:cs typeface="Verdana"/>
              </a:rPr>
              <a:t> </a:t>
            </a:r>
            <a:r>
              <a:rPr dirty="0" sz="3200" spc="65">
                <a:latin typeface="Verdana"/>
                <a:cs typeface="Verdana"/>
              </a:rPr>
              <a:t>Future</a:t>
            </a:r>
            <a:r>
              <a:rPr dirty="0" sz="3200" spc="-229">
                <a:latin typeface="Verdana"/>
                <a:cs typeface="Verdana"/>
              </a:rPr>
              <a:t> </a:t>
            </a:r>
            <a:r>
              <a:rPr dirty="0" sz="3200" spc="-10">
                <a:latin typeface="Verdana"/>
                <a:cs typeface="Verdana"/>
              </a:rPr>
              <a:t>Scope</a:t>
            </a:r>
            <a:endParaRPr sz="3200">
              <a:latin typeface="Verdana"/>
              <a:cs typeface="Verdana"/>
            </a:endParaRPr>
          </a:p>
          <a:p>
            <a:pPr marL="1088390" indent="-4191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1088390" algn="l"/>
              </a:tabLst>
            </a:pPr>
            <a:r>
              <a:rPr dirty="0" sz="3200" spc="65">
                <a:latin typeface="Verdana"/>
                <a:cs typeface="Verdana"/>
              </a:rPr>
              <a:t>Diagram</a:t>
            </a:r>
            <a:r>
              <a:rPr dirty="0" sz="3200" spc="-245">
                <a:latin typeface="Verdana"/>
                <a:cs typeface="Verdana"/>
              </a:rPr>
              <a:t> </a:t>
            </a:r>
            <a:r>
              <a:rPr dirty="0" sz="3200" spc="65">
                <a:latin typeface="Verdana"/>
                <a:cs typeface="Verdana"/>
              </a:rPr>
              <a:t>supporting</a:t>
            </a:r>
            <a:r>
              <a:rPr dirty="0" sz="3200" spc="-245">
                <a:latin typeface="Verdana"/>
                <a:cs typeface="Verdana"/>
              </a:rPr>
              <a:t> </a:t>
            </a:r>
            <a:r>
              <a:rPr dirty="0" sz="3200" spc="-20">
                <a:latin typeface="Verdana"/>
                <a:cs typeface="Verdana"/>
              </a:rPr>
              <a:t>your</a:t>
            </a:r>
            <a:r>
              <a:rPr dirty="0" sz="3200" spc="-245">
                <a:latin typeface="Verdana"/>
                <a:cs typeface="Verdana"/>
              </a:rPr>
              <a:t> </a:t>
            </a:r>
            <a:r>
              <a:rPr dirty="0" sz="3200" spc="-20">
                <a:latin typeface="Verdana"/>
                <a:cs typeface="Verdana"/>
              </a:rPr>
              <a:t>idea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7892" y="7103388"/>
            <a:ext cx="1595881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65">
                <a:latin typeface="Verdana"/>
                <a:cs typeface="Verdana"/>
              </a:rPr>
              <a:t>You</a:t>
            </a:r>
            <a:r>
              <a:rPr dirty="0" sz="3200" spc="-225">
                <a:latin typeface="Verdana"/>
                <a:cs typeface="Verdana"/>
              </a:rPr>
              <a:t> </a:t>
            </a:r>
            <a:r>
              <a:rPr dirty="0" sz="3200" spc="-30">
                <a:latin typeface="Verdana"/>
                <a:cs typeface="Verdana"/>
              </a:rPr>
              <a:t>have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to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20">
                <a:latin typeface="Verdana"/>
                <a:cs typeface="Verdana"/>
              </a:rPr>
              <a:t>cover</a:t>
            </a:r>
            <a:r>
              <a:rPr dirty="0" sz="3200" spc="-225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these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points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in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50">
                <a:latin typeface="Verdana"/>
                <a:cs typeface="Verdana"/>
              </a:rPr>
              <a:t>the</a:t>
            </a:r>
            <a:r>
              <a:rPr dirty="0" sz="3200" spc="-225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given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250">
                <a:latin typeface="Verdana"/>
                <a:cs typeface="Verdana"/>
              </a:rPr>
              <a:t>3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pages</a:t>
            </a:r>
            <a:r>
              <a:rPr dirty="0" sz="3200" spc="-225">
                <a:latin typeface="Verdana"/>
                <a:cs typeface="Verdana"/>
              </a:rPr>
              <a:t> </a:t>
            </a:r>
            <a:r>
              <a:rPr dirty="0" sz="3200">
                <a:latin typeface="Verdana"/>
                <a:cs typeface="Verdana"/>
              </a:rPr>
              <a:t>(excluding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50">
                <a:latin typeface="Verdana"/>
                <a:cs typeface="Verdana"/>
              </a:rPr>
              <a:t>the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65">
                <a:latin typeface="Verdana"/>
                <a:cs typeface="Verdana"/>
              </a:rPr>
              <a:t>Intro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10">
                <a:latin typeface="Verdana"/>
                <a:cs typeface="Verdana"/>
              </a:rPr>
              <a:t>page).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Danish</dc:creator>
  <cp:keywords>DAGRCQyMWQw,BAFulVETeIw</cp:keywords>
  <dc:title>IGNITE_Template</dc:title>
  <dcterms:created xsi:type="dcterms:W3CDTF">2025-12-26T16:36:59Z</dcterms:created>
  <dcterms:modified xsi:type="dcterms:W3CDTF">2025-12-26T16:36:59Z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2024-09-17T00:00:00Z</vt:filetime>
  </property>
  <property fmtid="{D5CDD505-2E9C-101B-9397-08002B2CF9AE}" pid="3" name="Creator">
    <vt:lpwstr>Canva</vt:lpwstr>
  </property>
  <property fmtid="{D5CDD505-2E9C-101B-9397-08002B2CF9AE}" pid="4" name="LastSaved">
    <vt:filetime>2025-12-26T00:00:00Z</vt:filetime>
  </property>
  <property fmtid="{D5CDD505-2E9C-101B-9397-08002B2CF9AE}" pid="5" name="Producer">
    <vt:lpwstr>Canva</vt:lpwstr>
  </property>
</Properties>
</file>